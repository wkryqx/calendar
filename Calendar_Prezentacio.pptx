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60" r:id="rId3"/>
    <p:sldId id="273" r:id="rId4"/>
    <p:sldId id="274" r:id="rId5"/>
    <p:sldId id="275" r:id="rId6"/>
    <p:sldId id="261" r:id="rId7"/>
    <p:sldId id="263" r:id="rId8"/>
    <p:sldId id="264" r:id="rId9"/>
    <p:sldId id="265" r:id="rId10"/>
    <p:sldId id="266" r:id="rId11"/>
    <p:sldId id="267" r:id="rId12"/>
    <p:sldId id="269" r:id="rId13"/>
    <p:sldId id="276" r:id="rId14"/>
    <p:sldId id="277" r:id="rId15"/>
    <p:sldId id="279" r:id="rId16"/>
    <p:sldId id="280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6298B9-0AF5-78DF-F400-081B86C33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Calendar</a:t>
            </a:r>
            <a:r>
              <a:rPr lang="hu-HU" dirty="0"/>
              <a:t>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1011625-AC2D-AC6C-365F-7D4BE287A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Csapattagok: </a:t>
            </a:r>
            <a:r>
              <a:rPr lang="hu-HU" dirty="0" err="1"/>
              <a:t>Pugner</a:t>
            </a:r>
            <a:r>
              <a:rPr lang="hu-HU" dirty="0"/>
              <a:t> László, </a:t>
            </a:r>
            <a:r>
              <a:rPr lang="hu-HU" dirty="0" err="1"/>
              <a:t>Szabics</a:t>
            </a:r>
            <a:r>
              <a:rPr lang="hu-HU" dirty="0"/>
              <a:t> Dániel, Zsurka Dávid </a:t>
            </a:r>
          </a:p>
        </p:txBody>
      </p:sp>
    </p:spTree>
    <p:extLst>
      <p:ext uri="{BB962C8B-B14F-4D97-AF65-F5344CB8AC3E}">
        <p14:creationId xmlns:p14="http://schemas.microsoft.com/office/powerpoint/2010/main" val="236183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László – </a:t>
            </a:r>
            <a:r>
              <a:rPr lang="hu-HU" dirty="0"/>
              <a:t>keresés</a:t>
            </a:r>
            <a:endParaRPr dirty="0"/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9580627B-3881-B737-E53D-4EC08E222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684" y="1600200"/>
            <a:ext cx="6420464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E9CC8-CF03-2066-ECE3-89FCD03F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2C2E-583F-BC53-30D1-F3A6AE10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László – </a:t>
            </a:r>
            <a:r>
              <a:rPr lang="hu-HU" dirty="0"/>
              <a:t>beállítások</a:t>
            </a:r>
            <a:endParaRPr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17E73C7-6926-BDF5-4773-EED484645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65" y="1184845"/>
            <a:ext cx="6401271" cy="338828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E6C26B3-AD69-4C40-0D3E-16A08C78F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730" y="3137565"/>
            <a:ext cx="5485270" cy="367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15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66635-E59D-A6E4-82A2-4E9AE8A1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71C9-AB9F-D0DE-AC48-8A3736245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László – </a:t>
            </a:r>
            <a:r>
              <a:rPr lang="hu-HU" dirty="0" err="1"/>
              <a:t>drag&amp;drop</a:t>
            </a:r>
            <a:endParaRPr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29AEC87-2521-88C2-31A6-2DCD36DC7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722" y="1166018"/>
            <a:ext cx="3086555" cy="472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83D1-C923-B4DA-8D7C-758C59C2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4F0E-BCC1-8EE8-D9B0-C4741CE6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László – Bejelentkezés frontend</a:t>
            </a:r>
            <a:endParaRPr lang="hu-HU" dirty="0"/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5C5B9FED-B2D2-A501-A33F-C9BF5E913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56" y="1213133"/>
            <a:ext cx="2902976" cy="2842044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8BBD0E4-3BE8-0803-F80F-ADA0E8FA2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180" y="1261136"/>
            <a:ext cx="2565009" cy="2651811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0B136E2D-D018-A503-AC66-63D6864F1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007" y="3519948"/>
            <a:ext cx="5997678" cy="33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1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László – </a:t>
            </a:r>
            <a:r>
              <a:rPr lang="hu-HU" dirty="0" err="1"/>
              <a:t>Forditások</a:t>
            </a:r>
            <a:endParaRPr dirty="0"/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2BCA1A40-C482-6324-D708-6610AD999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3250" y="846138"/>
            <a:ext cx="3814916" cy="533663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68ED67A-121A-2DA7-D07E-494E52E7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24" y="1417639"/>
            <a:ext cx="2939328" cy="430473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46D35F6-5787-673D-FDFA-675E9E3CD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24" y="3570007"/>
            <a:ext cx="4812590" cy="2753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Dávid – Adatbázis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7CC3BFD-A180-8E16-E705-B00E4793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438" y="1456070"/>
            <a:ext cx="6091085" cy="5127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Dávid – Bejelentkezés backend</a:t>
            </a:r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473A1017-4FE1-DAB7-C09A-955C054EB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522" y="1600200"/>
            <a:ext cx="6744929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Dávid – Főoldal/Naptár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8931184-9E66-9D89-363D-0D33277E4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32" y="1279388"/>
            <a:ext cx="5320181" cy="278133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058F665-9354-9D81-4F9A-01344D547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272" y="3012621"/>
            <a:ext cx="5320181" cy="38453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Dávid – Többfelhasználós események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FB2EC7FF-3A25-3668-3B5B-AA6D66DFB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418913"/>
            <a:ext cx="4921045" cy="178787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90755CF7-0153-E304-9698-8160B25BA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22" y="1545150"/>
            <a:ext cx="2911092" cy="256816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4274E6E-D2C4-60B0-36E7-C025461C6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687" y="1334523"/>
            <a:ext cx="6075963" cy="31675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Dávid – Reszponzivitás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13D4C00-3BB7-8F21-F6BD-290E46ED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1849"/>
            <a:ext cx="3921578" cy="5030935"/>
          </a:xfrm>
          <a:prstGeom prst="rect">
            <a:avLst/>
          </a:prstGeom>
        </p:spPr>
      </p:pic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A0217051-7B73-4A0B-4B6D-9C32EB434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71661" y="1170039"/>
            <a:ext cx="4672339" cy="55945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Dániel – </a:t>
            </a:r>
            <a:r>
              <a:rPr lang="hu-HU" dirty="0" err="1"/>
              <a:t>dark</a:t>
            </a:r>
            <a:r>
              <a:rPr lang="hu-HU" dirty="0"/>
              <a:t> </a:t>
            </a:r>
            <a:r>
              <a:rPr lang="hu-HU" dirty="0" err="1"/>
              <a:t>mode</a:t>
            </a:r>
            <a:endParaRPr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B6760BCC-58C7-38AA-AF03-89851800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577" y="3709603"/>
            <a:ext cx="4131057" cy="3153753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C63F2DDE-ADF1-B8C3-406E-EE4A8446C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92" y="1186819"/>
            <a:ext cx="4468408" cy="2635896"/>
          </a:xfrm>
          <a:prstGeom prst="rect">
            <a:avLst/>
          </a:prstGeom>
        </p:spPr>
      </p:pic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5806A003-1FCE-2577-3523-0D0CAF8FA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909351" y="3635160"/>
            <a:ext cx="4131057" cy="311244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B45F-5C21-F7E6-2BC8-FED515FA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349D-64C7-50F5-E376-418332FC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Dániel – </a:t>
            </a:r>
            <a:r>
              <a:rPr lang="hu-HU" dirty="0"/>
              <a:t>Profil oldal</a:t>
            </a:r>
            <a:endParaRPr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128C3A7-9A25-0024-6AC6-EC352654B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98331"/>
            <a:ext cx="6690852" cy="371924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1919E6E-DF78-AD79-8F5C-3F65D8957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567" y="2556387"/>
            <a:ext cx="3923781" cy="41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6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F509-FC65-6366-20D7-71591968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D5A2-0429-AE25-E2DC-7486458C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Dániel – </a:t>
            </a:r>
            <a:r>
              <a:rPr lang="hu-HU" dirty="0"/>
              <a:t>esemény létrehozás</a:t>
            </a:r>
            <a:endParaRPr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BC7E6AF-F232-558F-17B1-CF3DFD8E6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5" y="1554726"/>
            <a:ext cx="3172840" cy="3479390"/>
          </a:xfrm>
          <a:prstGeom prst="rect">
            <a:avLst/>
          </a:prstGeom>
        </p:spPr>
      </p:pic>
      <p:pic>
        <p:nvPicPr>
          <p:cNvPr id="13" name="Tartalom helye 12">
            <a:extLst>
              <a:ext uri="{FF2B5EF4-FFF2-40B4-BE49-F238E27FC236}">
                <a16:creationId xmlns:a16="http://schemas.microsoft.com/office/drawing/2014/main" id="{C2E3CB6F-2A3C-2D81-D676-0B9187762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3072" y="1816509"/>
            <a:ext cx="511874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9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98E7-8F16-7349-ACF8-FAE997A6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7EE8-D559-EB34-1560-C31BA1D2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Dániel – </a:t>
            </a:r>
            <a:r>
              <a:rPr lang="hu-HU" dirty="0"/>
              <a:t>emlékeztető küldés</a:t>
            </a:r>
            <a:endParaRPr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55380AF-FC26-6D2E-A34B-A3E2F771B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Nem készült el.</a:t>
            </a:r>
          </a:p>
        </p:txBody>
      </p:sp>
    </p:spTree>
    <p:extLst>
      <p:ext uri="{BB962C8B-B14F-4D97-AF65-F5344CB8AC3E}">
        <p14:creationId xmlns:p14="http://schemas.microsoft.com/office/powerpoint/2010/main" val="297102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8CCF-412C-15B7-BC8D-DDD7F4F8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EEBD-1750-0BC3-AFDB-1B6E2CF4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Dániel – </a:t>
            </a:r>
            <a:r>
              <a:rPr lang="hu-HU" dirty="0"/>
              <a:t>statisztika</a:t>
            </a:r>
            <a:endParaRPr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872350E-CB50-47AD-B2AA-BB7304B0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Nem készült el.</a:t>
            </a:r>
          </a:p>
        </p:txBody>
      </p:sp>
    </p:spTree>
    <p:extLst>
      <p:ext uri="{BB962C8B-B14F-4D97-AF65-F5344CB8AC3E}">
        <p14:creationId xmlns:p14="http://schemas.microsoft.com/office/powerpoint/2010/main" val="3933792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8B6862-6ED2-DF1E-4A0C-742D2196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64722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80</Words>
  <Application>Microsoft Office PowerPoint</Application>
  <PresentationFormat>Diavetítés a képernyőre (4:3 oldalarány)</PresentationFormat>
  <Paragraphs>20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Calendar Projekt</vt:lpstr>
      <vt:lpstr>László – keresés</vt:lpstr>
      <vt:lpstr>László – beállítások</vt:lpstr>
      <vt:lpstr>László – drag&amp;drop</vt:lpstr>
      <vt:lpstr>László – Bejelentkezés frontend</vt:lpstr>
      <vt:lpstr>László – Forditások</vt:lpstr>
      <vt:lpstr>Dávid – Adatbázis</vt:lpstr>
      <vt:lpstr>Dávid – Bejelentkezés backend</vt:lpstr>
      <vt:lpstr>Dávid – Főoldal/Naptár</vt:lpstr>
      <vt:lpstr>Dávid – Többfelhasználós események</vt:lpstr>
      <vt:lpstr>Dávid – Reszponzivitás</vt:lpstr>
      <vt:lpstr>Dániel – dark mode</vt:lpstr>
      <vt:lpstr>Dániel – Profil oldal</vt:lpstr>
      <vt:lpstr>Dániel – esemény létrehozás</vt:lpstr>
      <vt:lpstr>Dániel – emlékeztető küldés</vt:lpstr>
      <vt:lpstr>Dániel – statisztika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Calendar Projekt</dc:title>
  <dc:subject/>
  <dc:creator>Dávid Zsurka</dc:creator>
  <cp:keywords/>
  <dc:description>generated using python-pptx</dc:description>
  <cp:lastModifiedBy>Tanulo</cp:lastModifiedBy>
  <cp:revision>3</cp:revision>
  <dcterms:created xsi:type="dcterms:W3CDTF">2013-01-27T09:14:16Z</dcterms:created>
  <dcterms:modified xsi:type="dcterms:W3CDTF">2026-06-08T07:23:43Z</dcterms:modified>
  <cp:category/>
</cp:coreProperties>
</file>